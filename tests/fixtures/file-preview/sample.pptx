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Hermes file preview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中文正文，用来确认字体回退。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